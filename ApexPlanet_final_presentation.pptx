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2E6FB-3091-4121-B2E9-C3FD8134FC9F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D495B-978F-4190-B360-B9ACE8F37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467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2E6FB-3091-4121-B2E9-C3FD8134FC9F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D495B-978F-4190-B360-B9ACE8F37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064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2E6FB-3091-4121-B2E9-C3FD8134FC9F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D495B-978F-4190-B360-B9ACE8F37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640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2E6FB-3091-4121-B2E9-C3FD8134FC9F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D495B-978F-4190-B360-B9ACE8F37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659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2E6FB-3091-4121-B2E9-C3FD8134FC9F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D495B-978F-4190-B360-B9ACE8F37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334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2E6FB-3091-4121-B2E9-C3FD8134FC9F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D495B-978F-4190-B360-B9ACE8F37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325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2E6FB-3091-4121-B2E9-C3FD8134FC9F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D495B-978F-4190-B360-B9ACE8F37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723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2E6FB-3091-4121-B2E9-C3FD8134FC9F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D495B-978F-4190-B360-B9ACE8F37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438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2E6FB-3091-4121-B2E9-C3FD8134FC9F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D495B-978F-4190-B360-B9ACE8F37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240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2E6FB-3091-4121-B2E9-C3FD8134FC9F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D495B-978F-4190-B360-B9ACE8F37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952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2E6FB-3091-4121-B2E9-C3FD8134FC9F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D495B-978F-4190-B360-B9ACE8F37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523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2E6FB-3091-4121-B2E9-C3FD8134FC9F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D495B-978F-4190-B360-B9ACE8F3765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2430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2E6FB-3091-4121-B2E9-C3FD8134FC9F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D495B-978F-4190-B360-B9ACE8F37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611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2E6FB-3091-4121-B2E9-C3FD8134FC9F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D495B-978F-4190-B360-B9ACE8F37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1185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2E6FB-3091-4121-B2E9-C3FD8134FC9F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D495B-978F-4190-B360-B9ACE8F37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931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2E6FB-3091-4121-B2E9-C3FD8134FC9F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D495B-978F-4190-B360-B9ACE8F37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0824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2E6FB-3091-4121-B2E9-C3FD8134FC9F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D495B-978F-4190-B360-B9ACE8F37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476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B2E6FB-3091-4121-B2E9-C3FD8134FC9F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4D495B-978F-4190-B360-B9ACE8F37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3000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7FA81-FF76-9FFF-13E1-B10323C173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ApexPlanet Sales Performance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CD01EF-31F5-14E7-6184-B226A0F456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Analytics Internship Project</a:t>
            </a:r>
          </a:p>
          <a:p>
            <a:r>
              <a:rPr lang="en-US" dirty="0" err="1"/>
              <a:t>J.Thirumalesh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9706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EA6F5-FBC7-0650-85CA-B5C1E7D4D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773E1-C201-BA4A-49FD-D35F92E7B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Analyzed sales performance data</a:t>
            </a:r>
          </a:p>
          <a:p>
            <a:pPr marL="0" indent="0">
              <a:buNone/>
            </a:pPr>
            <a:r>
              <a:rPr lang="en-US" dirty="0"/>
              <a:t>• Created SQL queries for business insights</a:t>
            </a:r>
          </a:p>
          <a:p>
            <a:pPr marL="0" indent="0">
              <a:buNone/>
            </a:pPr>
            <a:r>
              <a:rPr lang="en-US" dirty="0"/>
              <a:t>• Built interactive Power BI dashboard</a:t>
            </a:r>
          </a:p>
          <a:p>
            <a:pPr marL="0" indent="0">
              <a:buNone/>
            </a:pPr>
            <a:r>
              <a:rPr lang="en-US" dirty="0"/>
              <a:t>• Identified top products, categories and cities</a:t>
            </a:r>
          </a:p>
          <a:p>
            <a:pPr marL="0" indent="0">
              <a:buNone/>
            </a:pPr>
            <a:r>
              <a:rPr lang="en-US" dirty="0"/>
              <a:t>• Generated actionable business recommendations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DEDBF1-755D-8D35-14AA-20435CA07E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296" y="2488230"/>
            <a:ext cx="2654436" cy="263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382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51394-67A8-7A8D-2DA3-0A4E9EBE3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3639"/>
            <a:ext cx="6825342" cy="1326321"/>
          </a:xfrm>
        </p:spPr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AEF60-E4DF-088E-9F7D-8735CFCD3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IN" dirty="0"/>
          </a:p>
          <a:p>
            <a:pPr marL="457200" lvl="1" indent="0">
              <a:buNone/>
            </a:pP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29F9CA-8DC5-F486-8059-5C6C5E4070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191643"/>
              </p:ext>
            </p:extLst>
          </p:nvPr>
        </p:nvGraphicFramePr>
        <p:xfrm>
          <a:off x="1415143" y="1719943"/>
          <a:ext cx="9002486" cy="36951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1243">
                  <a:extLst>
                    <a:ext uri="{9D8B030D-6E8A-4147-A177-3AD203B41FA5}">
                      <a16:colId xmlns:a16="http://schemas.microsoft.com/office/drawing/2014/main" val="3930550420"/>
                    </a:ext>
                  </a:extLst>
                </a:gridCol>
                <a:gridCol w="4501243">
                  <a:extLst>
                    <a:ext uri="{9D8B030D-6E8A-4147-A177-3AD203B41FA5}">
                      <a16:colId xmlns:a16="http://schemas.microsoft.com/office/drawing/2014/main" val="346095011"/>
                    </a:ext>
                  </a:extLst>
                </a:gridCol>
              </a:tblGrid>
              <a:tr h="8141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82280"/>
                  </a:ext>
                </a:extLst>
              </a:tr>
              <a:tr h="8141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Orders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370096"/>
                  </a:ext>
                </a:extLst>
              </a:tr>
              <a:tr h="8141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Categories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6523920"/>
                  </a:ext>
                </a:extLst>
              </a:tr>
              <a:tr h="438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8907660"/>
                  </a:ext>
                </a:extLst>
              </a:tr>
              <a:tr h="8141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0298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2627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1675F-74DB-B42F-8061-76CE85755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SQL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EE599-BBE5-2E19-DD55-73D484D85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Key Queries Performed: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• Total Revenue</a:t>
            </a:r>
          </a:p>
          <a:p>
            <a:pPr marL="0" indent="0">
              <a:buNone/>
            </a:pPr>
            <a:r>
              <a:rPr lang="en-US" dirty="0"/>
              <a:t>• Total Orders</a:t>
            </a:r>
          </a:p>
          <a:p>
            <a:pPr marL="0" indent="0">
              <a:buNone/>
            </a:pPr>
            <a:r>
              <a:rPr lang="en-US" dirty="0"/>
              <a:t>• Average Order Value</a:t>
            </a:r>
          </a:p>
          <a:p>
            <a:pPr marL="0" indent="0">
              <a:buNone/>
            </a:pPr>
            <a:r>
              <a:rPr lang="en-US" dirty="0"/>
              <a:t>• Revenue by Category</a:t>
            </a:r>
          </a:p>
          <a:p>
            <a:pPr marL="0" indent="0">
              <a:buNone/>
            </a:pPr>
            <a:r>
              <a:rPr lang="en-US" dirty="0"/>
              <a:t>• Revenue by Product</a:t>
            </a:r>
          </a:p>
          <a:p>
            <a:pPr marL="0" indent="0">
              <a:buNone/>
            </a:pPr>
            <a:r>
              <a:rPr lang="en-US" dirty="0"/>
              <a:t>• Revenue by City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9304D4-EB0D-4FB8-3AB7-369CBB48F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0675" y="2687765"/>
            <a:ext cx="4645672" cy="326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363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9C64E-B636-6F45-DF2B-7079718FF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Performance Indicators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06F98-4A85-1B8C-93CF-B11E3E9A2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💰 Total Revenue = 139.40M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📦 Total Orders = 1000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📈 Average Order Value = 139.40K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3430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48B87-FB45-A190-061D-E2F29CF1B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Power BI Dashboard</a:t>
            </a:r>
            <a:endParaRPr lang="en-IN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3F8C5D-F235-7AE1-0AFD-E0E3B99221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771" y="1828800"/>
            <a:ext cx="8545285" cy="483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15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35BB2-F1DA-B70F-F87D-9F3FF3120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A4F88-F50F-059D-861B-6B093B822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166" y="2259350"/>
            <a:ext cx="10353762" cy="3695136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 Electronics generated highest revenue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Laptop was top selling product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Patna generated highest city revenue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Male customers contributed significant revenue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Top 3 categories contributed majority of sales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76CFE9-30D9-AC36-5891-3B4CED305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9942" y="4106918"/>
            <a:ext cx="2897614" cy="25037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42AB68-9C60-7320-E3E3-B63EEE7CF3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171" y="2170667"/>
            <a:ext cx="4866757" cy="1612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620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482CA-4AE1-F1DD-D4FC-8BE0258A1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87" y="609600"/>
            <a:ext cx="9688284" cy="1326321"/>
          </a:xfrm>
        </p:spPr>
        <p:txBody>
          <a:bodyPr>
            <a:normAutofit/>
          </a:bodyPr>
          <a:lstStyle/>
          <a:p>
            <a:r>
              <a:rPr lang="en-IN" sz="3600" b="0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4F907-353D-420C-1517-75EA6E5C2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dirty="0"/>
              <a:t>• Increase Electronics inventory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• Promote Laptop products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• Focus marketing on high-performing cities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• Introduce customer loyalty programs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• Improve low-performing category sales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8350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0EC83-7B60-FA4C-FC7A-8E5EC9FBE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F8DF4-DCD5-22BB-47C6-2EE3FB9E7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624" y="1935921"/>
            <a:ext cx="10353762" cy="36951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/>
              <a:t>Hypothesis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H0:</a:t>
            </a:r>
          </a:p>
          <a:p>
            <a:pPr marL="0" indent="0">
              <a:buNone/>
            </a:pPr>
            <a:r>
              <a:rPr lang="en-US" sz="1200" dirty="0"/>
              <a:t>Electronics category does not generate significantly higher revenue.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H1:</a:t>
            </a:r>
          </a:p>
          <a:p>
            <a:pPr marL="0" indent="0">
              <a:buNone/>
            </a:pPr>
            <a:r>
              <a:rPr lang="en-US" sz="1200" dirty="0"/>
              <a:t>Electronics category generates significantly higher revenue.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Observation:</a:t>
            </a:r>
          </a:p>
          <a:p>
            <a:pPr marL="0" indent="0">
              <a:buNone/>
            </a:pPr>
            <a:r>
              <a:rPr lang="en-US" sz="1200" dirty="0"/>
              <a:t>Electronics recorded the highest sales revenue among all categories.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Conclusion:</a:t>
            </a:r>
          </a:p>
          <a:p>
            <a:pPr marL="0" indent="0">
              <a:buNone/>
            </a:pPr>
            <a:r>
              <a:rPr lang="en-US" sz="1200" dirty="0"/>
              <a:t>Analysis supports H1.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501949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623B0-E553-22BE-2551-0DD33711C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FB464-BEEF-F0B8-E511-132ECD41B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• Successfully analyzed sales data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• Built interactive Power BI dashboard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• Generated business insights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• Provided actionable recommendations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• Improved decision-making using data analytics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7230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FFF0D-A17F-E760-0D22-03524D840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4DF1F-527B-B5E8-E023-B4EA5225D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16678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165</TotalTime>
  <Words>234</Words>
  <Application>Microsoft Office PowerPoint</Application>
  <PresentationFormat>Widescreen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Bookman Old Style</vt:lpstr>
      <vt:lpstr>Rockwell</vt:lpstr>
      <vt:lpstr>Damask</vt:lpstr>
      <vt:lpstr>ApexPlanet Sales Performance Analysis</vt:lpstr>
      <vt:lpstr>Project Overview</vt:lpstr>
      <vt:lpstr>Dataset Overview</vt:lpstr>
      <vt:lpstr>SQL Analysis</vt:lpstr>
      <vt:lpstr>Key Performance Indicators</vt:lpstr>
      <vt:lpstr>Power BI Dashboard</vt:lpstr>
      <vt:lpstr>Business Insights</vt:lpstr>
      <vt:lpstr>Recommendations</vt:lpstr>
      <vt:lpstr>Hypothesis Testing</vt:lpstr>
      <vt:lpstr>Conclusion</vt:lpstr>
      <vt:lpstr>Thank you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Sujana Jamalla</dc:creator>
  <cp:lastModifiedBy>Sujana Jamalla</cp:lastModifiedBy>
  <cp:revision>4</cp:revision>
  <dcterms:created xsi:type="dcterms:W3CDTF">2026-06-22T04:21:28Z</dcterms:created>
  <dcterms:modified xsi:type="dcterms:W3CDTF">2026-06-23T09:43:46Z</dcterms:modified>
</cp:coreProperties>
</file>